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1BD12-0431-4ED1-A273-9AF8B218B84E}" v="1" dt="2025-01-08T21:02:08.155"/>
    <p1510:client id="{9D8AB3D8-9CF7-4AA0-B7E7-731A856C0DFD}" v="1" dt="2025-01-08T13:24:52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Pelage" userId="54db4591437a0f12" providerId="Windows Live" clId="Web-{9D8AB3D8-9CF7-4AA0-B7E7-731A856C0DFD}"/>
    <pc:docChg chg="modSld">
      <pc:chgData name="Samuel Pelage" userId="54db4591437a0f12" providerId="Windows Live" clId="Web-{9D8AB3D8-9CF7-4AA0-B7E7-731A856C0DFD}" dt="2025-01-08T13:25:12.824" v="1"/>
      <pc:docMkLst>
        <pc:docMk/>
      </pc:docMkLst>
      <pc:sldChg chg="addSp delSp modSp">
        <pc:chgData name="Samuel Pelage" userId="54db4591437a0f12" providerId="Windows Live" clId="Web-{9D8AB3D8-9CF7-4AA0-B7E7-731A856C0DFD}" dt="2025-01-08T13:25:12.824" v="1"/>
        <pc:sldMkLst>
          <pc:docMk/>
          <pc:sldMk cId="939968571" sldId="258"/>
        </pc:sldMkLst>
        <pc:spChg chg="mod">
          <ac:chgData name="Samuel Pelage" userId="54db4591437a0f12" providerId="Windows Live" clId="Web-{9D8AB3D8-9CF7-4AA0-B7E7-731A856C0DFD}" dt="2025-01-08T13:25:12.824" v="1"/>
          <ac:spMkLst>
            <pc:docMk/>
            <pc:sldMk cId="939968571" sldId="258"/>
            <ac:spMk id="2" creationId="{6A788BDB-ABFB-412E-FF4A-D84EC00C4E6D}"/>
          </ac:spMkLst>
        </pc:spChg>
        <pc:spChg chg="del">
          <ac:chgData name="Samuel Pelage" userId="54db4591437a0f12" providerId="Windows Live" clId="Web-{9D8AB3D8-9CF7-4AA0-B7E7-731A856C0DFD}" dt="2025-01-08T13:25:12.824" v="1"/>
          <ac:spMkLst>
            <pc:docMk/>
            <pc:sldMk cId="939968571" sldId="258"/>
            <ac:spMk id="37" creationId="{BA79A7CF-01AF-4178-9369-94E0C90EB046}"/>
          </ac:spMkLst>
        </pc:spChg>
        <pc:spChg chg="del">
          <ac:chgData name="Samuel Pelage" userId="54db4591437a0f12" providerId="Windows Live" clId="Web-{9D8AB3D8-9CF7-4AA0-B7E7-731A856C0DFD}" dt="2025-01-08T13:25:12.824" v="1"/>
          <ac:spMkLst>
            <pc:docMk/>
            <pc:sldMk cId="939968571" sldId="258"/>
            <ac:spMk id="39" creationId="{99413ED5-9ED4-4772-BCE4-2BCAE6B12E35}"/>
          </ac:spMkLst>
        </pc:spChg>
        <pc:spChg chg="del">
          <ac:chgData name="Samuel Pelage" userId="54db4591437a0f12" providerId="Windows Live" clId="Web-{9D8AB3D8-9CF7-4AA0-B7E7-731A856C0DFD}" dt="2025-01-08T13:25:12.824" v="1"/>
          <ac:spMkLst>
            <pc:docMk/>
            <pc:sldMk cId="939968571" sldId="258"/>
            <ac:spMk id="41" creationId="{04357C93-F0CB-4A1C-8F77-4E9063789819}"/>
          </ac:spMkLst>
        </pc:spChg>
        <pc:spChg chg="del">
          <ac:chgData name="Samuel Pelage" userId="54db4591437a0f12" providerId="Windows Live" clId="Web-{9D8AB3D8-9CF7-4AA0-B7E7-731A856C0DFD}" dt="2025-01-08T13:25:12.824" v="1"/>
          <ac:spMkLst>
            <pc:docMk/>
            <pc:sldMk cId="939968571" sldId="258"/>
            <ac:spMk id="43" creationId="{90F533E9-6690-41A8-A372-4C6C622D028D}"/>
          </ac:spMkLst>
        </pc:spChg>
        <pc:spChg chg="add">
          <ac:chgData name="Samuel Pelage" userId="54db4591437a0f12" providerId="Windows Live" clId="Web-{9D8AB3D8-9CF7-4AA0-B7E7-731A856C0DFD}" dt="2025-01-08T13:25:12.824" v="1"/>
          <ac:spMkLst>
            <pc:docMk/>
            <pc:sldMk cId="939968571" sldId="258"/>
            <ac:spMk id="48" creationId="{4522B21E-B2B9-4C72-9A71-C87EFD137480}"/>
          </ac:spMkLst>
        </pc:spChg>
        <pc:spChg chg="add">
          <ac:chgData name="Samuel Pelage" userId="54db4591437a0f12" providerId="Windows Live" clId="Web-{9D8AB3D8-9CF7-4AA0-B7E7-731A856C0DFD}" dt="2025-01-08T13:25:12.824" v="1"/>
          <ac:spMkLst>
            <pc:docMk/>
            <pc:sldMk cId="939968571" sldId="258"/>
            <ac:spMk id="50" creationId="{5EB7D2A2-F448-44D4-938C-DC84CBCB3B1E}"/>
          </ac:spMkLst>
        </pc:spChg>
        <pc:spChg chg="add">
          <ac:chgData name="Samuel Pelage" userId="54db4591437a0f12" providerId="Windows Live" clId="Web-{9D8AB3D8-9CF7-4AA0-B7E7-731A856C0DFD}" dt="2025-01-08T13:25:12.824" v="1"/>
          <ac:spMkLst>
            <pc:docMk/>
            <pc:sldMk cId="939968571" sldId="258"/>
            <ac:spMk id="52" creationId="{871AEA07-1E14-44B4-8E55-64EF049CD66F}"/>
          </ac:spMkLst>
        </pc:spChg>
        <pc:picChg chg="del">
          <ac:chgData name="Samuel Pelage" userId="54db4591437a0f12" providerId="Windows Live" clId="Web-{9D8AB3D8-9CF7-4AA0-B7E7-731A856C0DFD}" dt="2025-01-08T13:24:52.950" v="0"/>
          <ac:picMkLst>
            <pc:docMk/>
            <pc:sldMk cId="939968571" sldId="258"/>
            <ac:picMk id="4" creationId="{97282702-81C9-4C62-94CD-F09400114AD7}"/>
          </ac:picMkLst>
        </pc:picChg>
        <pc:cxnChg chg="add">
          <ac:chgData name="Samuel Pelage" userId="54db4591437a0f12" providerId="Windows Live" clId="Web-{9D8AB3D8-9CF7-4AA0-B7E7-731A856C0DFD}" dt="2025-01-08T13:25:12.824" v="1"/>
          <ac:cxnSpMkLst>
            <pc:docMk/>
            <pc:sldMk cId="939968571" sldId="258"/>
            <ac:cxnSpMk id="54" creationId="{F7C8EA93-3210-4C62-99E9-153C275E3A87}"/>
          </ac:cxnSpMkLst>
        </pc:cxnChg>
      </pc:sldChg>
    </pc:docChg>
  </pc:docChgLst>
  <pc:docChgLst>
    <pc:chgData name="Samuel Pelage" userId="54db4591437a0f12" providerId="Windows Live" clId="Web-{0C91BD12-0431-4ED1-A273-9AF8B218B84E}"/>
    <pc:docChg chg="modSld">
      <pc:chgData name="Samuel Pelage" userId="54db4591437a0f12" providerId="Windows Live" clId="Web-{0C91BD12-0431-4ED1-A273-9AF8B218B84E}" dt="2025-01-08T21:02:21.062" v="1"/>
      <pc:docMkLst>
        <pc:docMk/>
      </pc:docMkLst>
      <pc:sldChg chg="addSp delSp modSp">
        <pc:chgData name="Samuel Pelage" userId="54db4591437a0f12" providerId="Windows Live" clId="Web-{0C91BD12-0431-4ED1-A273-9AF8B218B84E}" dt="2025-01-08T21:02:21.062" v="1"/>
        <pc:sldMkLst>
          <pc:docMk/>
          <pc:sldMk cId="508565934" sldId="262"/>
        </pc:sldMkLst>
        <pc:spChg chg="mod">
          <ac:chgData name="Samuel Pelage" userId="54db4591437a0f12" providerId="Windows Live" clId="Web-{0C91BD12-0431-4ED1-A273-9AF8B218B84E}" dt="2025-01-08T21:02:21.062" v="1"/>
          <ac:spMkLst>
            <pc:docMk/>
            <pc:sldMk cId="508565934" sldId="262"/>
            <ac:spMk id="2" creationId="{E39763AA-F264-42E4-FB80-6C83470E05F3}"/>
          </ac:spMkLst>
        </pc:spChg>
        <pc:spChg chg="del mod">
          <ac:chgData name="Samuel Pelage" userId="54db4591437a0f12" providerId="Windows Live" clId="Web-{0C91BD12-0431-4ED1-A273-9AF8B218B84E}" dt="2025-01-08T21:02:21.062" v="1"/>
          <ac:spMkLst>
            <pc:docMk/>
            <pc:sldMk cId="508565934" sldId="262"/>
            <ac:spMk id="3" creationId="{C2595618-D34F-C1E4-6B64-95A324167DAB}"/>
          </ac:spMkLst>
        </pc:spChg>
        <pc:spChg chg="del">
          <ac:chgData name="Samuel Pelage" userId="54db4591437a0f12" providerId="Windows Live" clId="Web-{0C91BD12-0431-4ED1-A273-9AF8B218B84E}" dt="2025-01-08T21:02:21.062" v="1"/>
          <ac:spMkLst>
            <pc:docMk/>
            <pc:sldMk cId="508565934" sldId="262"/>
            <ac:spMk id="8" creationId="{B6CDA21F-E7AF-4C75-8395-33F58D5B0E45}"/>
          </ac:spMkLst>
        </pc:spChg>
        <pc:spChg chg="del">
          <ac:chgData name="Samuel Pelage" userId="54db4591437a0f12" providerId="Windows Live" clId="Web-{0C91BD12-0431-4ED1-A273-9AF8B218B84E}" dt="2025-01-08T21:02:21.062" v="1"/>
          <ac:spMkLst>
            <pc:docMk/>
            <pc:sldMk cId="508565934" sldId="262"/>
            <ac:spMk id="15" creationId="{D5B0017B-2ECA-49AF-B397-DC140825DF8D}"/>
          </ac:spMkLst>
        </pc:spChg>
        <pc:spChg chg="add">
          <ac:chgData name="Samuel Pelage" userId="54db4591437a0f12" providerId="Windows Live" clId="Web-{0C91BD12-0431-4ED1-A273-9AF8B218B84E}" dt="2025-01-08T21:02:21.062" v="1"/>
          <ac:spMkLst>
            <pc:docMk/>
            <pc:sldMk cId="508565934" sldId="262"/>
            <ac:spMk id="22" creationId="{4522B21E-B2B9-4C72-9A71-C87EFD137480}"/>
          </ac:spMkLst>
        </pc:spChg>
        <pc:spChg chg="add">
          <ac:chgData name="Samuel Pelage" userId="54db4591437a0f12" providerId="Windows Live" clId="Web-{0C91BD12-0431-4ED1-A273-9AF8B218B84E}" dt="2025-01-08T21:02:21.062" v="1"/>
          <ac:spMkLst>
            <pc:docMk/>
            <pc:sldMk cId="508565934" sldId="262"/>
            <ac:spMk id="24" creationId="{5EB7D2A2-F448-44D4-938C-DC84CBCB3B1E}"/>
          </ac:spMkLst>
        </pc:spChg>
        <pc:spChg chg="add">
          <ac:chgData name="Samuel Pelage" userId="54db4591437a0f12" providerId="Windows Live" clId="Web-{0C91BD12-0431-4ED1-A273-9AF8B218B84E}" dt="2025-01-08T21:02:21.062" v="1"/>
          <ac:spMkLst>
            <pc:docMk/>
            <pc:sldMk cId="508565934" sldId="262"/>
            <ac:spMk id="26" creationId="{871AEA07-1E14-44B4-8E55-64EF049CD66F}"/>
          </ac:spMkLst>
        </pc:spChg>
        <pc:grpChg chg="del">
          <ac:chgData name="Samuel Pelage" userId="54db4591437a0f12" providerId="Windows Live" clId="Web-{0C91BD12-0431-4ED1-A273-9AF8B218B84E}" dt="2025-01-08T21:02:21.062" v="1"/>
          <ac:grpSpMkLst>
            <pc:docMk/>
            <pc:sldMk cId="508565934" sldId="262"/>
            <ac:grpSpMk id="10" creationId="{AE1C45F0-260A-458C-96ED-C1F6D2151219}"/>
          </ac:grpSpMkLst>
        </pc:grpChg>
        <pc:cxnChg chg="del">
          <ac:chgData name="Samuel Pelage" userId="54db4591437a0f12" providerId="Windows Live" clId="Web-{0C91BD12-0431-4ED1-A273-9AF8B218B84E}" dt="2025-01-08T21:02:21.062" v="1"/>
          <ac:cxnSpMkLst>
            <pc:docMk/>
            <pc:sldMk cId="508565934" sldId="262"/>
            <ac:cxnSpMk id="17" creationId="{6CF1BAF6-AD41-4082-B212-8A1F9A2E8779}"/>
          </ac:cxnSpMkLst>
        </pc:cxnChg>
        <pc:cxnChg chg="add">
          <ac:chgData name="Samuel Pelage" userId="54db4591437a0f12" providerId="Windows Live" clId="Web-{0C91BD12-0431-4ED1-A273-9AF8B218B84E}" dt="2025-01-08T21:02:21.062" v="1"/>
          <ac:cxnSpMkLst>
            <pc:docMk/>
            <pc:sldMk cId="508565934" sldId="262"/>
            <ac:cxnSpMk id="28" creationId="{F7C8EA93-3210-4C62-99E9-153C275E3A87}"/>
          </ac:cxnSpMkLst>
        </pc:cxnChg>
      </pc:sldChg>
    </pc:docChg>
  </pc:docChgLst>
  <pc:docChgLst>
    <pc:chgData name="Samuel Pelage" userId="54db4591437a0f12" providerId="Windows Live" clId="Web-{1E94B643-782D-4205-853D-242F267F3DE1}"/>
    <pc:docChg chg="addSld modSld">
      <pc:chgData name="Samuel Pelage" userId="54db4591437a0f12" providerId="Windows Live" clId="Web-{1E94B643-782D-4205-853D-242F267F3DE1}" dt="2025-01-03T03:05:54.346" v="373"/>
      <pc:docMkLst>
        <pc:docMk/>
      </pc:docMkLst>
      <pc:sldChg chg="addSp delSp modSp mod setBg">
        <pc:chgData name="Samuel Pelage" userId="54db4591437a0f12" providerId="Windows Live" clId="Web-{1E94B643-782D-4205-853D-242F267F3DE1}" dt="2025-01-03T03:03:49.920" v="366"/>
        <pc:sldMkLst>
          <pc:docMk/>
          <pc:sldMk cId="3784089036" sldId="256"/>
        </pc:sldMkLst>
        <pc:spChg chg="mod">
          <ac:chgData name="Samuel Pelage" userId="54db4591437a0f12" providerId="Windows Live" clId="Web-{1E94B643-782D-4205-853D-242F267F3DE1}" dt="2025-01-03T03:03:49.920" v="366"/>
          <ac:spMkLst>
            <pc:docMk/>
            <pc:sldMk cId="3784089036" sldId="256"/>
            <ac:spMk id="2" creationId="{00000000-0000-0000-0000-000000000000}"/>
          </ac:spMkLst>
        </pc:spChg>
        <pc:spChg chg="del">
          <ac:chgData name="Samuel Pelage" userId="54db4591437a0f12" providerId="Windows Live" clId="Web-{1E94B643-782D-4205-853D-242F267F3DE1}" dt="2025-01-03T02:23:06.560" v="45"/>
          <ac:spMkLst>
            <pc:docMk/>
            <pc:sldMk cId="3784089036" sldId="256"/>
            <ac:spMk id="3" creationId="{00000000-0000-0000-0000-000000000000}"/>
          </ac:spMkLst>
        </pc:spChg>
        <pc:spChg chg="add">
          <ac:chgData name="Samuel Pelage" userId="54db4591437a0f12" providerId="Windows Live" clId="Web-{1E94B643-782D-4205-853D-242F267F3DE1}" dt="2025-01-03T03:03:49.920" v="366"/>
          <ac:spMkLst>
            <pc:docMk/>
            <pc:sldMk cId="3784089036" sldId="256"/>
            <ac:spMk id="7" creationId="{4522B21E-B2B9-4C72-9A71-C87EFD137480}"/>
          </ac:spMkLst>
        </pc:spChg>
        <pc:spChg chg="add">
          <ac:chgData name="Samuel Pelage" userId="54db4591437a0f12" providerId="Windows Live" clId="Web-{1E94B643-782D-4205-853D-242F267F3DE1}" dt="2025-01-03T03:03:49.920" v="366"/>
          <ac:spMkLst>
            <pc:docMk/>
            <pc:sldMk cId="3784089036" sldId="256"/>
            <ac:spMk id="9" creationId="{5EB7D2A2-F448-44D4-938C-DC84CBCB3B1E}"/>
          </ac:spMkLst>
        </pc:spChg>
        <pc:spChg chg="add">
          <ac:chgData name="Samuel Pelage" userId="54db4591437a0f12" providerId="Windows Live" clId="Web-{1E94B643-782D-4205-853D-242F267F3DE1}" dt="2025-01-03T03:03:49.920" v="366"/>
          <ac:spMkLst>
            <pc:docMk/>
            <pc:sldMk cId="3784089036" sldId="256"/>
            <ac:spMk id="11" creationId="{871AEA07-1E14-44B4-8E55-64EF049CD66F}"/>
          </ac:spMkLst>
        </pc:spChg>
        <pc:cxnChg chg="add">
          <ac:chgData name="Samuel Pelage" userId="54db4591437a0f12" providerId="Windows Live" clId="Web-{1E94B643-782D-4205-853D-242F267F3DE1}" dt="2025-01-03T03:03:49.920" v="366"/>
          <ac:cxnSpMkLst>
            <pc:docMk/>
            <pc:sldMk cId="3784089036" sldId="256"/>
            <ac:cxnSpMk id="13" creationId="{F7C8EA93-3210-4C62-99E9-153C275E3A87}"/>
          </ac:cxnSpMkLst>
        </pc:cxnChg>
      </pc:sldChg>
      <pc:sldChg chg="addSp modSp new mod setBg">
        <pc:chgData name="Samuel Pelage" userId="54db4591437a0f12" providerId="Windows Live" clId="Web-{1E94B643-782D-4205-853D-242F267F3DE1}" dt="2025-01-03T03:03:31.623" v="365"/>
        <pc:sldMkLst>
          <pc:docMk/>
          <pc:sldMk cId="2086671091" sldId="257"/>
        </pc:sldMkLst>
        <pc:spChg chg="mod">
          <ac:chgData name="Samuel Pelage" userId="54db4591437a0f12" providerId="Windows Live" clId="Web-{1E94B643-782D-4205-853D-242F267F3DE1}" dt="2025-01-03T03:03:31.623" v="365"/>
          <ac:spMkLst>
            <pc:docMk/>
            <pc:sldMk cId="2086671091" sldId="257"/>
            <ac:spMk id="2" creationId="{E6C58984-0C41-B795-1814-370ECD9E6955}"/>
          </ac:spMkLst>
        </pc:spChg>
        <pc:spChg chg="mod">
          <ac:chgData name="Samuel Pelage" userId="54db4591437a0f12" providerId="Windows Live" clId="Web-{1E94B643-782D-4205-853D-242F267F3DE1}" dt="2025-01-03T03:03:31.623" v="365"/>
          <ac:spMkLst>
            <pc:docMk/>
            <pc:sldMk cId="2086671091" sldId="257"/>
            <ac:spMk id="3" creationId="{03372855-0A8F-D84C-E8F1-6A5264DA4104}"/>
          </ac:spMkLst>
        </pc:spChg>
        <pc:spChg chg="add">
          <ac:chgData name="Samuel Pelage" userId="54db4591437a0f12" providerId="Windows Live" clId="Web-{1E94B643-782D-4205-853D-242F267F3DE1}" dt="2025-01-03T03:03:31.623" v="365"/>
          <ac:spMkLst>
            <pc:docMk/>
            <pc:sldMk cId="2086671091" sldId="257"/>
            <ac:spMk id="8" creationId="{B6CDA21F-E7AF-4C75-8395-33F58D5B0E45}"/>
          </ac:spMkLst>
        </pc:spChg>
        <pc:spChg chg="add">
          <ac:chgData name="Samuel Pelage" userId="54db4591437a0f12" providerId="Windows Live" clId="Web-{1E94B643-782D-4205-853D-242F267F3DE1}" dt="2025-01-03T03:03:31.623" v="365"/>
          <ac:spMkLst>
            <pc:docMk/>
            <pc:sldMk cId="2086671091" sldId="257"/>
            <ac:spMk id="15" creationId="{D5B0017B-2ECA-49AF-B397-DC140825DF8D}"/>
          </ac:spMkLst>
        </pc:spChg>
        <pc:grpChg chg="add">
          <ac:chgData name="Samuel Pelage" userId="54db4591437a0f12" providerId="Windows Live" clId="Web-{1E94B643-782D-4205-853D-242F267F3DE1}" dt="2025-01-03T03:03:31.623" v="365"/>
          <ac:grpSpMkLst>
            <pc:docMk/>
            <pc:sldMk cId="2086671091" sldId="257"/>
            <ac:grpSpMk id="10" creationId="{AE1C45F0-260A-458C-96ED-C1F6D2151219}"/>
          </ac:grpSpMkLst>
        </pc:grpChg>
        <pc:cxnChg chg="add">
          <ac:chgData name="Samuel Pelage" userId="54db4591437a0f12" providerId="Windows Live" clId="Web-{1E94B643-782D-4205-853D-242F267F3DE1}" dt="2025-01-03T03:03:31.623" v="365"/>
          <ac:cxnSpMkLst>
            <pc:docMk/>
            <pc:sldMk cId="2086671091" sldId="257"/>
            <ac:cxnSpMk id="17" creationId="{6CF1BAF6-AD41-4082-B212-8A1F9A2E8779}"/>
          </ac:cxnSpMkLst>
        </pc:cxnChg>
      </pc:sldChg>
      <pc:sldChg chg="addSp delSp modSp new mod setBg">
        <pc:chgData name="Samuel Pelage" userId="54db4591437a0f12" providerId="Windows Live" clId="Web-{1E94B643-782D-4205-853D-242F267F3DE1}" dt="2025-01-03T03:03:08.153" v="364" actId="1076"/>
        <pc:sldMkLst>
          <pc:docMk/>
          <pc:sldMk cId="939968571" sldId="258"/>
        </pc:sldMkLst>
        <pc:spChg chg="mod">
          <ac:chgData name="Samuel Pelage" userId="54db4591437a0f12" providerId="Windows Live" clId="Web-{1E94B643-782D-4205-853D-242F267F3DE1}" dt="2025-01-03T03:02:51.231" v="362"/>
          <ac:spMkLst>
            <pc:docMk/>
            <pc:sldMk cId="939968571" sldId="258"/>
            <ac:spMk id="2" creationId="{6A788BDB-ABFB-412E-FF4A-D84EC00C4E6D}"/>
          </ac:spMkLst>
        </pc:spChg>
        <pc:spChg chg="del">
          <ac:chgData name="Samuel Pelage" userId="54db4591437a0f12" providerId="Windows Live" clId="Web-{1E94B643-782D-4205-853D-242F267F3DE1}" dt="2025-01-03T02:57:05.152" v="329"/>
          <ac:spMkLst>
            <pc:docMk/>
            <pc:sldMk cId="939968571" sldId="258"/>
            <ac:spMk id="3" creationId="{3A52F68F-5610-7E89-5833-D734886E1C22}"/>
          </ac:spMkLst>
        </pc:spChg>
        <pc:spChg chg="add del">
          <ac:chgData name="Samuel Pelage" userId="54db4591437a0f12" providerId="Windows Live" clId="Web-{1E94B643-782D-4205-853D-242F267F3DE1}" dt="2025-01-03T03:01:33.822" v="352"/>
          <ac:spMkLst>
            <pc:docMk/>
            <pc:sldMk cId="939968571" sldId="258"/>
            <ac:spMk id="9" creationId="{6753252F-4873-4F63-801D-CC719279A7D5}"/>
          </ac:spMkLst>
        </pc:spChg>
        <pc:spChg chg="add del">
          <ac:chgData name="Samuel Pelage" userId="54db4591437a0f12" providerId="Windows Live" clId="Web-{1E94B643-782D-4205-853D-242F267F3DE1}" dt="2025-01-03T03:01:33.822" v="352"/>
          <ac:spMkLst>
            <pc:docMk/>
            <pc:sldMk cId="939968571" sldId="258"/>
            <ac:spMk id="11" creationId="{047C8CCB-F95D-4249-92DD-651249D3535A}"/>
          </ac:spMkLst>
        </pc:spChg>
        <pc:spChg chg="add del">
          <ac:chgData name="Samuel Pelage" userId="54db4591437a0f12" providerId="Windows Live" clId="Web-{1E94B643-782D-4205-853D-242F267F3DE1}" dt="2025-01-03T03:01:39.900" v="354"/>
          <ac:spMkLst>
            <pc:docMk/>
            <pc:sldMk cId="939968571" sldId="258"/>
            <ac:spMk id="13" creationId="{402F5C38-C747-4173-ABBF-656E39E82130}"/>
          </ac:spMkLst>
        </pc:spChg>
        <pc:spChg chg="add del">
          <ac:chgData name="Samuel Pelage" userId="54db4591437a0f12" providerId="Windows Live" clId="Web-{1E94B643-782D-4205-853D-242F267F3DE1}" dt="2025-01-03T03:01:39.900" v="354"/>
          <ac:spMkLst>
            <pc:docMk/>
            <pc:sldMk cId="939968571" sldId="258"/>
            <ac:spMk id="14" creationId="{F0A604E4-7307-451C-93BE-F1F7E1BF3BF8}"/>
          </ac:spMkLst>
        </pc:spChg>
        <pc:spChg chg="add del">
          <ac:chgData name="Samuel Pelage" userId="54db4591437a0f12" providerId="Windows Live" clId="Web-{1E94B643-782D-4205-853D-242F267F3DE1}" dt="2025-01-03T03:01:39.900" v="354"/>
          <ac:spMkLst>
            <pc:docMk/>
            <pc:sldMk cId="939968571" sldId="258"/>
            <ac:spMk id="15" creationId="{E37EECFC-A684-4391-AE85-4CDAF5565F61}"/>
          </ac:spMkLst>
        </pc:spChg>
        <pc:spChg chg="add del">
          <ac:chgData name="Samuel Pelage" userId="54db4591437a0f12" providerId="Windows Live" clId="Web-{1E94B643-782D-4205-853D-242F267F3DE1}" dt="2025-01-03T03:01:39.900" v="354"/>
          <ac:spMkLst>
            <pc:docMk/>
            <pc:sldMk cId="939968571" sldId="258"/>
            <ac:spMk id="16" creationId="{F7F3A0AA-35E5-4085-942B-737839030604}"/>
          </ac:spMkLst>
        </pc:spChg>
        <pc:spChg chg="add del">
          <ac:chgData name="Samuel Pelage" userId="54db4591437a0f12" providerId="Windows Live" clId="Web-{1E94B643-782D-4205-853D-242F267F3DE1}" dt="2025-01-03T03:02:51.231" v="362"/>
          <ac:spMkLst>
            <pc:docMk/>
            <pc:sldMk cId="939968571" sldId="258"/>
            <ac:spMk id="18" creationId="{A4AC5506-6312-4701-8D3C-40187889A947}"/>
          </ac:spMkLst>
        </pc:spChg>
        <pc:spChg chg="add">
          <ac:chgData name="Samuel Pelage" userId="54db4591437a0f12" providerId="Windows Live" clId="Web-{1E94B643-782D-4205-853D-242F267F3DE1}" dt="2025-01-03T03:02:51.231" v="362"/>
          <ac:spMkLst>
            <pc:docMk/>
            <pc:sldMk cId="939968571" sldId="258"/>
            <ac:spMk id="23" creationId="{47942995-B07F-4636-9A06-C6A104B260A8}"/>
          </ac:spMkLst>
        </pc:spChg>
        <pc:spChg chg="add">
          <ac:chgData name="Samuel Pelage" userId="54db4591437a0f12" providerId="Windows Live" clId="Web-{1E94B643-782D-4205-853D-242F267F3DE1}" dt="2025-01-03T03:02:51.231" v="362"/>
          <ac:spMkLst>
            <pc:docMk/>
            <pc:sldMk cId="939968571" sldId="258"/>
            <ac:spMk id="30" creationId="{B81933D1-5615-42C7-9C0B-4EB7105CCE2D}"/>
          </ac:spMkLst>
        </pc:spChg>
        <pc:spChg chg="add">
          <ac:chgData name="Samuel Pelage" userId="54db4591437a0f12" providerId="Windows Live" clId="Web-{1E94B643-782D-4205-853D-242F267F3DE1}" dt="2025-01-03T03:02:51.231" v="362"/>
          <ac:spMkLst>
            <pc:docMk/>
            <pc:sldMk cId="939968571" sldId="258"/>
            <ac:spMk id="32" creationId="{19C9EAEA-39D0-4B0E-A0EB-51E7B26740B1}"/>
          </ac:spMkLst>
        </pc:spChg>
        <pc:grpChg chg="add">
          <ac:chgData name="Samuel Pelage" userId="54db4591437a0f12" providerId="Windows Live" clId="Web-{1E94B643-782D-4205-853D-242F267F3DE1}" dt="2025-01-03T03:02:51.231" v="362"/>
          <ac:grpSpMkLst>
            <pc:docMk/>
            <pc:sldMk cId="939968571" sldId="258"/>
            <ac:grpSpMk id="25" creationId="{032D8612-31EB-44CF-A1D0-14FD4C705424}"/>
          </ac:grpSpMkLst>
        </pc:grpChg>
        <pc:picChg chg="add mod modCrop">
          <ac:chgData name="Samuel Pelage" userId="54db4591437a0f12" providerId="Windows Live" clId="Web-{1E94B643-782D-4205-853D-242F267F3DE1}" dt="2025-01-03T03:03:08.153" v="364" actId="1076"/>
          <ac:picMkLst>
            <pc:docMk/>
            <pc:sldMk cId="939968571" sldId="258"/>
            <ac:picMk id="4" creationId="{97282702-81C9-4C62-94CD-F09400114AD7}"/>
          </ac:picMkLst>
        </pc:picChg>
      </pc:sldChg>
      <pc:sldChg chg="addSp delSp modSp new mod setBg">
        <pc:chgData name="Samuel Pelage" userId="54db4591437a0f12" providerId="Windows Live" clId="Web-{1E94B643-782D-4205-853D-242F267F3DE1}" dt="2025-01-03T03:04:42.531" v="370"/>
        <pc:sldMkLst>
          <pc:docMk/>
          <pc:sldMk cId="2409669573" sldId="259"/>
        </pc:sldMkLst>
        <pc:spChg chg="mod">
          <ac:chgData name="Samuel Pelage" userId="54db4591437a0f12" providerId="Windows Live" clId="Web-{1E94B643-782D-4205-853D-242F267F3DE1}" dt="2025-01-03T03:04:42.531" v="370"/>
          <ac:spMkLst>
            <pc:docMk/>
            <pc:sldMk cId="2409669573" sldId="259"/>
            <ac:spMk id="2" creationId="{EC4B0AC1-A14B-F40F-B559-3A55ECFAD02A}"/>
          </ac:spMkLst>
        </pc:spChg>
        <pc:spChg chg="del mod">
          <ac:chgData name="Samuel Pelage" userId="54db4591437a0f12" providerId="Windows Live" clId="Web-{1E94B643-782D-4205-853D-242F267F3DE1}" dt="2025-01-03T02:57:14.371" v="331"/>
          <ac:spMkLst>
            <pc:docMk/>
            <pc:sldMk cId="2409669573" sldId="259"/>
            <ac:spMk id="3" creationId="{D1CDA7C3-ED95-A4C2-9DAA-C9EDA9B663EB}"/>
          </ac:spMkLst>
        </pc:spChg>
        <pc:spChg chg="add del">
          <ac:chgData name="Samuel Pelage" userId="54db4591437a0f12" providerId="Windows Live" clId="Web-{1E94B643-782D-4205-853D-242F267F3DE1}" dt="2025-01-03T03:04:42.531" v="370"/>
          <ac:spMkLst>
            <pc:docMk/>
            <pc:sldMk cId="2409669573" sldId="259"/>
            <ac:spMk id="7" creationId="{9C7E0A2C-7C0A-4AAC-B3B0-6C12B2EBAE05}"/>
          </ac:spMkLst>
        </pc:spChg>
        <pc:spChg chg="add del">
          <ac:chgData name="Samuel Pelage" userId="54db4591437a0f12" providerId="Windows Live" clId="Web-{1E94B643-782D-4205-853D-242F267F3DE1}" dt="2025-01-03T03:04:42.531" v="370"/>
          <ac:spMkLst>
            <pc:docMk/>
            <pc:sldMk cId="2409669573" sldId="259"/>
            <ac:spMk id="9" creationId="{5EB7D2A2-F448-44D4-938C-DC84CBCB3B1E}"/>
          </ac:spMkLst>
        </pc:spChg>
        <pc:spChg chg="add del">
          <ac:chgData name="Samuel Pelage" userId="54db4591437a0f12" providerId="Windows Live" clId="Web-{1E94B643-782D-4205-853D-242F267F3DE1}" dt="2025-01-03T03:04:42.531" v="370"/>
          <ac:spMkLst>
            <pc:docMk/>
            <pc:sldMk cId="2409669573" sldId="259"/>
            <ac:spMk id="11" creationId="{871AEA07-1E14-44B4-8E55-64EF049CD66F}"/>
          </ac:spMkLst>
        </pc:spChg>
        <pc:spChg chg="add">
          <ac:chgData name="Samuel Pelage" userId="54db4591437a0f12" providerId="Windows Live" clId="Web-{1E94B643-782D-4205-853D-242F267F3DE1}" dt="2025-01-03T03:04:42.531" v="370"/>
          <ac:spMkLst>
            <pc:docMk/>
            <pc:sldMk cId="2409669573" sldId="259"/>
            <ac:spMk id="18" creationId="{4522B21E-B2B9-4C72-9A71-C87EFD137480}"/>
          </ac:spMkLst>
        </pc:spChg>
        <pc:spChg chg="add">
          <ac:chgData name="Samuel Pelage" userId="54db4591437a0f12" providerId="Windows Live" clId="Web-{1E94B643-782D-4205-853D-242F267F3DE1}" dt="2025-01-03T03:04:42.531" v="370"/>
          <ac:spMkLst>
            <pc:docMk/>
            <pc:sldMk cId="2409669573" sldId="259"/>
            <ac:spMk id="20" creationId="{5EB7D2A2-F448-44D4-938C-DC84CBCB3B1E}"/>
          </ac:spMkLst>
        </pc:spChg>
        <pc:spChg chg="add">
          <ac:chgData name="Samuel Pelage" userId="54db4591437a0f12" providerId="Windows Live" clId="Web-{1E94B643-782D-4205-853D-242F267F3DE1}" dt="2025-01-03T03:04:42.531" v="370"/>
          <ac:spMkLst>
            <pc:docMk/>
            <pc:sldMk cId="2409669573" sldId="259"/>
            <ac:spMk id="22" creationId="{871AEA07-1E14-44B4-8E55-64EF049CD66F}"/>
          </ac:spMkLst>
        </pc:spChg>
        <pc:cxnChg chg="add del">
          <ac:chgData name="Samuel Pelage" userId="54db4591437a0f12" providerId="Windows Live" clId="Web-{1E94B643-782D-4205-853D-242F267F3DE1}" dt="2025-01-03T03:04:42.531" v="370"/>
          <ac:cxnSpMkLst>
            <pc:docMk/>
            <pc:sldMk cId="2409669573" sldId="259"/>
            <ac:cxnSpMk id="13" creationId="{F7C8EA93-3210-4C62-99E9-153C275E3A87}"/>
          </ac:cxnSpMkLst>
        </pc:cxnChg>
        <pc:cxnChg chg="add">
          <ac:chgData name="Samuel Pelage" userId="54db4591437a0f12" providerId="Windows Live" clId="Web-{1E94B643-782D-4205-853D-242F267F3DE1}" dt="2025-01-03T03:04:42.531" v="370"/>
          <ac:cxnSpMkLst>
            <pc:docMk/>
            <pc:sldMk cId="2409669573" sldId="259"/>
            <ac:cxnSpMk id="24" creationId="{F7C8EA93-3210-4C62-99E9-153C275E3A87}"/>
          </ac:cxnSpMkLst>
        </pc:cxnChg>
      </pc:sldChg>
      <pc:sldChg chg="addSp delSp modSp new mod setBg">
        <pc:chgData name="Samuel Pelage" userId="54db4591437a0f12" providerId="Windows Live" clId="Web-{1E94B643-782D-4205-853D-242F267F3DE1}" dt="2025-01-03T03:04:36.734" v="369"/>
        <pc:sldMkLst>
          <pc:docMk/>
          <pc:sldMk cId="597104783" sldId="260"/>
        </pc:sldMkLst>
        <pc:spChg chg="mod">
          <ac:chgData name="Samuel Pelage" userId="54db4591437a0f12" providerId="Windows Live" clId="Web-{1E94B643-782D-4205-853D-242F267F3DE1}" dt="2025-01-03T03:04:36.734" v="369"/>
          <ac:spMkLst>
            <pc:docMk/>
            <pc:sldMk cId="597104783" sldId="260"/>
            <ac:spMk id="2" creationId="{707839CA-44E2-EE08-1BFC-98E036E51397}"/>
          </ac:spMkLst>
        </pc:spChg>
        <pc:spChg chg="del">
          <ac:chgData name="Samuel Pelage" userId="54db4591437a0f12" providerId="Windows Live" clId="Web-{1E94B643-782D-4205-853D-242F267F3DE1}" dt="2025-01-03T03:04:31.718" v="368"/>
          <ac:spMkLst>
            <pc:docMk/>
            <pc:sldMk cId="597104783" sldId="260"/>
            <ac:spMk id="3" creationId="{6F006153-F998-C687-38AC-E80072CA1C74}"/>
          </ac:spMkLst>
        </pc:spChg>
        <pc:spChg chg="add">
          <ac:chgData name="Samuel Pelage" userId="54db4591437a0f12" providerId="Windows Live" clId="Web-{1E94B643-782D-4205-853D-242F267F3DE1}" dt="2025-01-03T03:04:36.734" v="369"/>
          <ac:spMkLst>
            <pc:docMk/>
            <pc:sldMk cId="597104783" sldId="260"/>
            <ac:spMk id="7" creationId="{4522B21E-B2B9-4C72-9A71-C87EFD137480}"/>
          </ac:spMkLst>
        </pc:spChg>
        <pc:spChg chg="add">
          <ac:chgData name="Samuel Pelage" userId="54db4591437a0f12" providerId="Windows Live" clId="Web-{1E94B643-782D-4205-853D-242F267F3DE1}" dt="2025-01-03T03:04:36.734" v="369"/>
          <ac:spMkLst>
            <pc:docMk/>
            <pc:sldMk cId="597104783" sldId="260"/>
            <ac:spMk id="9" creationId="{5EB7D2A2-F448-44D4-938C-DC84CBCB3B1E}"/>
          </ac:spMkLst>
        </pc:spChg>
        <pc:spChg chg="add">
          <ac:chgData name="Samuel Pelage" userId="54db4591437a0f12" providerId="Windows Live" clId="Web-{1E94B643-782D-4205-853D-242F267F3DE1}" dt="2025-01-03T03:04:36.734" v="369"/>
          <ac:spMkLst>
            <pc:docMk/>
            <pc:sldMk cId="597104783" sldId="260"/>
            <ac:spMk id="11" creationId="{871AEA07-1E14-44B4-8E55-64EF049CD66F}"/>
          </ac:spMkLst>
        </pc:spChg>
        <pc:cxnChg chg="add">
          <ac:chgData name="Samuel Pelage" userId="54db4591437a0f12" providerId="Windows Live" clId="Web-{1E94B643-782D-4205-853D-242F267F3DE1}" dt="2025-01-03T03:04:36.734" v="369"/>
          <ac:cxnSpMkLst>
            <pc:docMk/>
            <pc:sldMk cId="597104783" sldId="260"/>
            <ac:cxnSpMk id="13" creationId="{F7C8EA93-3210-4C62-99E9-153C275E3A87}"/>
          </ac:cxnSpMkLst>
        </pc:cxnChg>
      </pc:sldChg>
      <pc:sldChg chg="addSp delSp modSp new mod setBg">
        <pc:chgData name="Samuel Pelage" userId="54db4591437a0f12" providerId="Windows Live" clId="Web-{1E94B643-782D-4205-853D-242F267F3DE1}" dt="2025-01-03T03:05:00.610" v="372"/>
        <pc:sldMkLst>
          <pc:docMk/>
          <pc:sldMk cId="3890180395" sldId="261"/>
        </pc:sldMkLst>
        <pc:spChg chg="mod">
          <ac:chgData name="Samuel Pelage" userId="54db4591437a0f12" providerId="Windows Live" clId="Web-{1E94B643-782D-4205-853D-242F267F3DE1}" dt="2025-01-03T03:05:00.610" v="372"/>
          <ac:spMkLst>
            <pc:docMk/>
            <pc:sldMk cId="3890180395" sldId="261"/>
            <ac:spMk id="2" creationId="{7EA87B09-89F9-A590-E7BB-EFDE38558B0B}"/>
          </ac:spMkLst>
        </pc:spChg>
        <pc:spChg chg="del">
          <ac:chgData name="Samuel Pelage" userId="54db4591437a0f12" providerId="Windows Live" clId="Web-{1E94B643-782D-4205-853D-242F267F3DE1}" dt="2025-01-03T03:04:55.297" v="371"/>
          <ac:spMkLst>
            <pc:docMk/>
            <pc:sldMk cId="3890180395" sldId="261"/>
            <ac:spMk id="3" creationId="{B82025AF-9808-F1EA-5E18-0A3027B4121B}"/>
          </ac:spMkLst>
        </pc:spChg>
        <pc:spChg chg="add">
          <ac:chgData name="Samuel Pelage" userId="54db4591437a0f12" providerId="Windows Live" clId="Web-{1E94B643-782D-4205-853D-242F267F3DE1}" dt="2025-01-03T03:05:00.610" v="372"/>
          <ac:spMkLst>
            <pc:docMk/>
            <pc:sldMk cId="3890180395" sldId="261"/>
            <ac:spMk id="7" creationId="{4522B21E-B2B9-4C72-9A71-C87EFD137480}"/>
          </ac:spMkLst>
        </pc:spChg>
        <pc:spChg chg="add">
          <ac:chgData name="Samuel Pelage" userId="54db4591437a0f12" providerId="Windows Live" clId="Web-{1E94B643-782D-4205-853D-242F267F3DE1}" dt="2025-01-03T03:05:00.610" v="372"/>
          <ac:spMkLst>
            <pc:docMk/>
            <pc:sldMk cId="3890180395" sldId="261"/>
            <ac:spMk id="9" creationId="{5EB7D2A2-F448-44D4-938C-DC84CBCB3B1E}"/>
          </ac:spMkLst>
        </pc:spChg>
        <pc:spChg chg="add">
          <ac:chgData name="Samuel Pelage" userId="54db4591437a0f12" providerId="Windows Live" clId="Web-{1E94B643-782D-4205-853D-242F267F3DE1}" dt="2025-01-03T03:05:00.610" v="372"/>
          <ac:spMkLst>
            <pc:docMk/>
            <pc:sldMk cId="3890180395" sldId="261"/>
            <ac:spMk id="11" creationId="{871AEA07-1E14-44B4-8E55-64EF049CD66F}"/>
          </ac:spMkLst>
        </pc:spChg>
        <pc:cxnChg chg="add">
          <ac:chgData name="Samuel Pelage" userId="54db4591437a0f12" providerId="Windows Live" clId="Web-{1E94B643-782D-4205-853D-242F267F3DE1}" dt="2025-01-03T03:05:00.610" v="372"/>
          <ac:cxnSpMkLst>
            <pc:docMk/>
            <pc:sldMk cId="3890180395" sldId="261"/>
            <ac:cxnSpMk id="13" creationId="{F7C8EA93-3210-4C62-99E9-153C275E3A87}"/>
          </ac:cxnSpMkLst>
        </pc:cxnChg>
      </pc:sldChg>
      <pc:sldChg chg="addSp modSp new mod setBg">
        <pc:chgData name="Samuel Pelage" userId="54db4591437a0f12" providerId="Windows Live" clId="Web-{1E94B643-782D-4205-853D-242F267F3DE1}" dt="2025-01-03T03:05:54.346" v="373"/>
        <pc:sldMkLst>
          <pc:docMk/>
          <pc:sldMk cId="508565934" sldId="262"/>
        </pc:sldMkLst>
        <pc:spChg chg="mod">
          <ac:chgData name="Samuel Pelage" userId="54db4591437a0f12" providerId="Windows Live" clId="Web-{1E94B643-782D-4205-853D-242F267F3DE1}" dt="2025-01-03T03:05:54.346" v="373"/>
          <ac:spMkLst>
            <pc:docMk/>
            <pc:sldMk cId="508565934" sldId="262"/>
            <ac:spMk id="2" creationId="{E39763AA-F264-42E4-FB80-6C83470E05F3}"/>
          </ac:spMkLst>
        </pc:spChg>
        <pc:spChg chg="mod">
          <ac:chgData name="Samuel Pelage" userId="54db4591437a0f12" providerId="Windows Live" clId="Web-{1E94B643-782D-4205-853D-242F267F3DE1}" dt="2025-01-03T03:05:54.346" v="373"/>
          <ac:spMkLst>
            <pc:docMk/>
            <pc:sldMk cId="508565934" sldId="262"/>
            <ac:spMk id="3" creationId="{C2595618-D34F-C1E4-6B64-95A324167DAB}"/>
          </ac:spMkLst>
        </pc:spChg>
        <pc:spChg chg="add">
          <ac:chgData name="Samuel Pelage" userId="54db4591437a0f12" providerId="Windows Live" clId="Web-{1E94B643-782D-4205-853D-242F267F3DE1}" dt="2025-01-03T03:05:54.346" v="373"/>
          <ac:spMkLst>
            <pc:docMk/>
            <pc:sldMk cId="508565934" sldId="262"/>
            <ac:spMk id="8" creationId="{B6CDA21F-E7AF-4C75-8395-33F58D5B0E45}"/>
          </ac:spMkLst>
        </pc:spChg>
        <pc:spChg chg="add">
          <ac:chgData name="Samuel Pelage" userId="54db4591437a0f12" providerId="Windows Live" clId="Web-{1E94B643-782D-4205-853D-242F267F3DE1}" dt="2025-01-03T03:05:54.346" v="373"/>
          <ac:spMkLst>
            <pc:docMk/>
            <pc:sldMk cId="508565934" sldId="262"/>
            <ac:spMk id="15" creationId="{D5B0017B-2ECA-49AF-B397-DC140825DF8D}"/>
          </ac:spMkLst>
        </pc:spChg>
        <pc:grpChg chg="add">
          <ac:chgData name="Samuel Pelage" userId="54db4591437a0f12" providerId="Windows Live" clId="Web-{1E94B643-782D-4205-853D-242F267F3DE1}" dt="2025-01-03T03:05:54.346" v="373"/>
          <ac:grpSpMkLst>
            <pc:docMk/>
            <pc:sldMk cId="508565934" sldId="262"/>
            <ac:grpSpMk id="10" creationId="{AE1C45F0-260A-458C-96ED-C1F6D2151219}"/>
          </ac:grpSpMkLst>
        </pc:grpChg>
        <pc:cxnChg chg="add">
          <ac:chgData name="Samuel Pelage" userId="54db4591437a0f12" providerId="Windows Live" clId="Web-{1E94B643-782D-4205-853D-242F267F3DE1}" dt="2025-01-03T03:05:54.346" v="373"/>
          <ac:cxnSpMkLst>
            <pc:docMk/>
            <pc:sldMk cId="508565934" sldId="262"/>
            <ac:cxnSpMk id="17" creationId="{6CF1BAF6-AD41-4082-B212-8A1F9A2E8779}"/>
          </ac:cxnSpMkLst>
        </pc:cxnChg>
      </pc:sldChg>
    </pc:docChg>
  </pc:docChgLst>
  <pc:docChgLst>
    <pc:chgData name="Samuel Pelage" userId="54db4591437a0f12" providerId="Windows Live" clId="Web-{D306D62D-A8E9-427B-B5B3-5A46AF1A27C8}"/>
    <pc:docChg chg="modSld">
      <pc:chgData name="Samuel Pelage" userId="54db4591437a0f12" providerId="Windows Live" clId="Web-{D306D62D-A8E9-427B-B5B3-5A46AF1A27C8}" dt="2025-01-04T00:26:20.506" v="0"/>
      <pc:docMkLst>
        <pc:docMk/>
      </pc:docMkLst>
      <pc:sldChg chg="addSp delSp modSp">
        <pc:chgData name="Samuel Pelage" userId="54db4591437a0f12" providerId="Windows Live" clId="Web-{D306D62D-A8E9-427B-B5B3-5A46AF1A27C8}" dt="2025-01-04T00:26:20.506" v="0"/>
        <pc:sldMkLst>
          <pc:docMk/>
          <pc:sldMk cId="939968571" sldId="258"/>
        </pc:sldMkLst>
        <pc:spChg chg="mod">
          <ac:chgData name="Samuel Pelage" userId="54db4591437a0f12" providerId="Windows Live" clId="Web-{D306D62D-A8E9-427B-B5B3-5A46AF1A27C8}" dt="2025-01-04T00:26:20.506" v="0"/>
          <ac:spMkLst>
            <pc:docMk/>
            <pc:sldMk cId="939968571" sldId="258"/>
            <ac:spMk id="2" creationId="{6A788BDB-ABFB-412E-FF4A-D84EC00C4E6D}"/>
          </ac:spMkLst>
        </pc:spChg>
        <pc:spChg chg="del">
          <ac:chgData name="Samuel Pelage" userId="54db4591437a0f12" providerId="Windows Live" clId="Web-{D306D62D-A8E9-427B-B5B3-5A46AF1A27C8}" dt="2025-01-04T00:26:20.506" v="0"/>
          <ac:spMkLst>
            <pc:docMk/>
            <pc:sldMk cId="939968571" sldId="258"/>
            <ac:spMk id="23" creationId="{47942995-B07F-4636-9A06-C6A104B260A8}"/>
          </ac:spMkLst>
        </pc:spChg>
        <pc:spChg chg="del">
          <ac:chgData name="Samuel Pelage" userId="54db4591437a0f12" providerId="Windows Live" clId="Web-{D306D62D-A8E9-427B-B5B3-5A46AF1A27C8}" dt="2025-01-04T00:26:20.506" v="0"/>
          <ac:spMkLst>
            <pc:docMk/>
            <pc:sldMk cId="939968571" sldId="258"/>
            <ac:spMk id="30" creationId="{B81933D1-5615-42C7-9C0B-4EB7105CCE2D}"/>
          </ac:spMkLst>
        </pc:spChg>
        <pc:spChg chg="del">
          <ac:chgData name="Samuel Pelage" userId="54db4591437a0f12" providerId="Windows Live" clId="Web-{D306D62D-A8E9-427B-B5B3-5A46AF1A27C8}" dt="2025-01-04T00:26:20.506" v="0"/>
          <ac:spMkLst>
            <pc:docMk/>
            <pc:sldMk cId="939968571" sldId="258"/>
            <ac:spMk id="32" creationId="{19C9EAEA-39D0-4B0E-A0EB-51E7B26740B1}"/>
          </ac:spMkLst>
        </pc:spChg>
        <pc:spChg chg="add">
          <ac:chgData name="Samuel Pelage" userId="54db4591437a0f12" providerId="Windows Live" clId="Web-{D306D62D-A8E9-427B-B5B3-5A46AF1A27C8}" dt="2025-01-04T00:26:20.506" v="0"/>
          <ac:spMkLst>
            <pc:docMk/>
            <pc:sldMk cId="939968571" sldId="258"/>
            <ac:spMk id="37" creationId="{BA79A7CF-01AF-4178-9369-94E0C90EB046}"/>
          </ac:spMkLst>
        </pc:spChg>
        <pc:spChg chg="add">
          <ac:chgData name="Samuel Pelage" userId="54db4591437a0f12" providerId="Windows Live" clId="Web-{D306D62D-A8E9-427B-B5B3-5A46AF1A27C8}" dt="2025-01-04T00:26:20.506" v="0"/>
          <ac:spMkLst>
            <pc:docMk/>
            <pc:sldMk cId="939968571" sldId="258"/>
            <ac:spMk id="39" creationId="{99413ED5-9ED4-4772-BCE4-2BCAE6B12E35}"/>
          </ac:spMkLst>
        </pc:spChg>
        <pc:spChg chg="add">
          <ac:chgData name="Samuel Pelage" userId="54db4591437a0f12" providerId="Windows Live" clId="Web-{D306D62D-A8E9-427B-B5B3-5A46AF1A27C8}" dt="2025-01-04T00:26:20.506" v="0"/>
          <ac:spMkLst>
            <pc:docMk/>
            <pc:sldMk cId="939968571" sldId="258"/>
            <ac:spMk id="41" creationId="{04357C93-F0CB-4A1C-8F77-4E9063789819}"/>
          </ac:spMkLst>
        </pc:spChg>
        <pc:spChg chg="add">
          <ac:chgData name="Samuel Pelage" userId="54db4591437a0f12" providerId="Windows Live" clId="Web-{D306D62D-A8E9-427B-B5B3-5A46AF1A27C8}" dt="2025-01-04T00:26:20.506" v="0"/>
          <ac:spMkLst>
            <pc:docMk/>
            <pc:sldMk cId="939968571" sldId="258"/>
            <ac:spMk id="43" creationId="{90F533E9-6690-41A8-A372-4C6C622D028D}"/>
          </ac:spMkLst>
        </pc:spChg>
        <pc:grpChg chg="del">
          <ac:chgData name="Samuel Pelage" userId="54db4591437a0f12" providerId="Windows Live" clId="Web-{D306D62D-A8E9-427B-B5B3-5A46AF1A27C8}" dt="2025-01-04T00:26:20.506" v="0"/>
          <ac:grpSpMkLst>
            <pc:docMk/>
            <pc:sldMk cId="939968571" sldId="258"/>
            <ac:grpSpMk id="25" creationId="{032D8612-31EB-44CF-A1D0-14FD4C705424}"/>
          </ac:grpSpMkLst>
        </pc:grpChg>
        <pc:picChg chg="mod">
          <ac:chgData name="Samuel Pelage" userId="54db4591437a0f12" providerId="Windows Live" clId="Web-{D306D62D-A8E9-427B-B5B3-5A46AF1A27C8}" dt="2025-01-04T00:26:20.506" v="0"/>
          <ac:picMkLst>
            <pc:docMk/>
            <pc:sldMk cId="939968571" sldId="258"/>
            <ac:picMk id="4" creationId="{97282702-81C9-4C62-94CD-F09400114AD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fr-FR" sz="7200"/>
              <a:t>Raccordez une entité et ses postes de travail au SI de votre entreprise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C58984-0C41-B795-1814-370ECD9E6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FR" sz="4800" b="1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372855-0A8F-D84C-E8F1-6A5264DA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2400"/>
              <a:t> Windows Server 2019</a:t>
            </a:r>
          </a:p>
          <a:p>
            <a:r>
              <a:rPr lang="fr-FR" sz="2400"/>
              <a:t> Connexion VPN</a:t>
            </a:r>
          </a:p>
          <a:p>
            <a:r>
              <a:rPr lang="fr-FR" sz="2400"/>
              <a:t> Connexion des utilisateurs de Nantes à l'ADDS</a:t>
            </a:r>
          </a:p>
          <a:p>
            <a:r>
              <a:rPr lang="fr-FR" sz="2400"/>
              <a:t> Application des GPO</a:t>
            </a:r>
          </a:p>
          <a:p>
            <a:r>
              <a:rPr lang="fr-FR" sz="2400"/>
              <a:t>Script PowerShell de la copie des données du serveur principale vers Google Drive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67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A788BDB-ABFB-412E-FF4A-D84EC00C4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Windows Server 2019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96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C4B0AC1-A14B-F40F-B559-3A55ECFA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Connexion VPN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669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07839CA-44E2-EE08-1BFC-98E036E51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Connexion des utilisateurs de Nantes à l'ADDS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104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A87B09-89F9-A590-E7BB-EFDE3855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Application des GPO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180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39763AA-F264-42E4-FB80-6C83470E0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Script PowerShell de la copie des données du serveur principale vers Google Drive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5659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7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Raccordez une entité et ses postes de travail au SI de votre entreprise</vt:lpstr>
      <vt:lpstr>Sommaire</vt:lpstr>
      <vt:lpstr>Windows Server 2019</vt:lpstr>
      <vt:lpstr>Connexion VPN</vt:lpstr>
      <vt:lpstr>Connexion des utilisateurs de Nantes à l'ADDS</vt:lpstr>
      <vt:lpstr>Application des GPO</vt:lpstr>
      <vt:lpstr>Script PowerShell de la copie des données du serveur principale vers Google Drive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</cp:revision>
  <dcterms:created xsi:type="dcterms:W3CDTF">2025-01-03T02:21:16Z</dcterms:created>
  <dcterms:modified xsi:type="dcterms:W3CDTF">2025-01-08T21:02:28Z</dcterms:modified>
</cp:coreProperties>
</file>